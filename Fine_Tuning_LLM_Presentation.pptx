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t>Fine-Tuning Gemma 4B with LoRA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t>End-to-end project walkthrough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Goal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Build a practical Gemma 4B fine-tuning starter</a:t>
            </a:r>
          </a:p>
          <a:p>
            <a:r>
              <a:t>Keep workflow reproducible and easy to run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Model Choice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Base model: google/gemma-3-4b-it</a:t>
            </a:r>
          </a:p>
          <a:p>
            <a:r>
              <a:t>Parameter-efficient tuning with LoRA adapters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Data Pipeline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Instruction/response dataset</a:t>
            </a:r>
          </a:p>
          <a:p>
            <a:r>
              <a:t>Prompt formatting with user/model turns</a:t>
            </a:r>
          </a:p>
          <a:p>
            <a:r>
              <a:t>Train/eval split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Training Setup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Hugging Face Trainer</a:t>
            </a:r>
          </a:p>
          <a:p>
            <a:r>
              <a:t>4-bit quantization on GPU when available</a:t>
            </a:r>
          </a:p>
          <a:p>
            <a:r>
              <a:t>Epoch evaluation and checkpoint saves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Deliverables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Python script: fine_tune_gemma_4b.py</a:t>
            </a:r>
          </a:p>
          <a:p>
            <a:r>
              <a:t>Notebook: notebooks/fine_tune_gemma_4b.ipynb</a:t>
            </a:r>
          </a:p>
          <a:p>
            <a:r>
              <a:t>Saved adapters in outputs/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Next Steps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Increase dataset size</a:t>
            </a:r>
          </a:p>
          <a:p>
            <a:r>
              <a:t>Tune hyperparameters</a:t>
            </a:r>
          </a:p>
          <a:p>
            <a:r>
              <a:t>Add benchmark metrics and regression tests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